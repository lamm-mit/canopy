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56" r:id="rId5"/>
    <p:sldId id="257" r:id="rId6"/>
    <p:sldId id="259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4C95-BA50-EA61-7045-8BA4976F8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0F7E5-B7C5-6ABE-A509-9E4C365CD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244E5-D6F7-529C-3898-0D72AF522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054AD-3D7B-8E75-8327-D1994267D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0A278-CD0B-B8ED-9D13-8D455E16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2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A329-B732-36A6-C4CF-628FC5C0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F1B0D-7BB3-1FF6-ED7A-C21C8BB8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24182-5280-AA93-168C-E0C2FF26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E69DC-1C56-ABFD-D7B3-536BE659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9A722-5A6E-6D43-F10E-5EABCFFF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46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91FA-44B6-3F22-F7B1-6104092F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8F953-702D-698F-7A96-0247D89DB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393F4-FE77-68D5-2920-A372FBEF6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F3D9-EBB8-6762-00D2-62D0E42D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C02F5-64CF-4B5F-0FB5-C756EDD2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2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9011-8F59-824E-0D02-5D1B9F55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1C5FE-D3B6-2645-A351-202DC7432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3EBD7-30C7-4D7B-7C92-B11C0521F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DF74C-2EB7-CA88-A40A-891650847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F939A-840A-8126-D2BF-5EDC4722D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B552A-6D1F-67BA-0924-3A9E9EF6A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57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ECF2-3766-4621-9134-0C8EF3891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BF268-38D0-E1FD-332B-2F3AD5F95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01C61-6CBC-9B8A-7632-EA6AE6602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A3A1D-33F0-FD33-3FFC-999E82DB1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74FA4-90CA-37DD-2566-68422D6FB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A35EB-2A99-F7A9-0DBA-98D2F7DD8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4BBF3-FC6A-059D-0753-1468265E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52F23E-1278-B3F1-7557-5E56ACCD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1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9F1E-0116-A4E7-9BD6-0B8E8B628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C0638-23BB-0367-40DE-D674E6CF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E62FB4-12F3-551A-46FA-309A0A293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D42DE-D8AE-0D36-4A8A-D90D3AC7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43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B9CAB-0E90-E443-3C6D-ADAF7387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E0362-DA09-BE3A-1572-FD4452A3E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4F09-D74A-5714-4D25-865E6F8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6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FB865-82C1-EA1B-47CD-DD3363AEE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8A5A3-0505-0496-2AB9-86B3ACA9F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33116-B7C2-F943-C35D-0AD6F7D85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13134-F7A7-965E-3883-AC702753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30710-7AA3-0378-D3E3-AFFBE301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094A0-D8F3-4D65-6EB9-19A9F968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46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5A64A-0772-B397-2211-8DF35936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93ADC3-5DF2-3260-B25D-71A327775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ACF53-E47D-FD69-394F-1DF97BAC1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A2A24-8EA5-D10E-2451-B20F47DE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70DC1-3592-9DBC-05DC-FA9107F4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0E308-3CD0-5A79-8002-EC370C6A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5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183D9-5C36-E6DF-5817-B6E57382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C5CA4-3524-ABED-3D71-385BC877A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7CC1D-3C88-7418-31C9-BE554D4A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30869-233A-1F66-1031-A7E8EA3AA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D7DC3-5918-9B67-D108-93C754B9E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9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EC25A6-444A-6BB5-72ED-9C0EE15D4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F9452-0704-5E4C-1BB7-E135B06E9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8E3FA-8D53-F01B-F05E-45790D59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9BCA8-6649-2FD5-D4D6-835E91D7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5083D-17CB-8D65-C1B3-86413F85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6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0ACDF1-DA78-65BB-F2BB-8E55EED5A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7E569-4C25-91D5-AE1A-837C796BF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BEF79-3497-0186-EA1D-C0416BFE75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CF1F2-FE50-664F-8BF4-47F3C7F0DAE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E099B-6182-CF90-1D7C-4DBCBE511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45553-6CEE-BD6E-6B6D-05612F755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889A9-E254-884C-8030-7B973A089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40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D2AC0A-7B55-5FAE-4E5E-58AF520A0B5E}"/>
              </a:ext>
            </a:extLst>
          </p:cNvPr>
          <p:cNvSpPr txBox="1"/>
          <p:nvPr/>
        </p:nvSpPr>
        <p:spPr>
          <a:xfrm>
            <a:off x="3818323" y="1592111"/>
            <a:ext cx="60987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Build a metamaterial design studio based on these images. Allow a user to interact and design new structures that explore the design language in its extremes, introducing various levels of hierarchy and order, and to conduct real-time experiments in the frontend (deformation, fracture with a notch, assembling larger material repeats, gradients, etc.). The frontend can be </a:t>
            </a:r>
            <a:r>
              <a:rPr lang="en-US" dirty="0" err="1"/>
              <a:t>threejs</a:t>
            </a:r>
            <a:r>
              <a:rPr lang="en-US" dirty="0"/>
              <a:t> for instance, but the simulation must capture the real physics of a metamaterial including different material classes (linear, nonlinear, etc.). Include an option to export a STL file for 3D printing (in different thickening versions). Give me the entire suite as a ZIP at the end, I want to run the app locally as well. </a:t>
            </a:r>
          </a:p>
        </p:txBody>
      </p:sp>
    </p:spTree>
    <p:extLst>
      <p:ext uri="{BB962C8B-B14F-4D97-AF65-F5344CB8AC3E}">
        <p14:creationId xmlns:p14="http://schemas.microsoft.com/office/powerpoint/2010/main" val="1822263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487E-C6EE-7C5C-FBBD-6D5C44022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92FA8-844A-019E-A62B-31CE2CD4A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896FD-65BF-414B-4F7E-4E97C2DD6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954" y="-522516"/>
            <a:ext cx="13427713" cy="788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61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E2DB9-D27E-CB23-BAF5-5233B02CD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F6549-4645-D786-8D22-B8441FA9D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A6D3F-1BC8-C25A-D6B4-FE654CB36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1433" y="-1801418"/>
            <a:ext cx="19566221" cy="1090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7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FEB708-48D5-8B83-109E-EEF78982C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95534" y="-898861"/>
            <a:ext cx="10577877" cy="7347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870145-B520-2B5A-0F7C-568D2AB38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4840092"/>
            <a:ext cx="7772400" cy="44767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9A43D3-9B42-9E34-2D3A-B15F03EE6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884" y="-2286605"/>
            <a:ext cx="6540500" cy="61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1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A103-3A24-4F27-0718-26132901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F32B96-0D10-30D3-EDD5-8D16C86FB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508" y="1815946"/>
            <a:ext cx="5630594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0AE12-FF6B-485C-8140-E10D0FE35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826" y="1306860"/>
            <a:ext cx="7772400" cy="50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1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94694-41B1-3217-BFFC-342FCE3A6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E8E11-D5E5-0A65-85BA-DA6F46141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D9D2FB-BE02-1CBF-064D-B92FBD480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-6166437"/>
            <a:ext cx="9315450" cy="1268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64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38BE-3328-BE9A-AE8A-12A3C160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DFEF6-147F-4A5B-1B01-ECA264F7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E37F8-E997-FBEF-9E4C-E68989A57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7882" y="-1501327"/>
            <a:ext cx="17506761" cy="1139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15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130</Words>
  <Application>Microsoft Macintosh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J Buehler</dc:creator>
  <cp:lastModifiedBy>Markus J Buehler</cp:lastModifiedBy>
  <cp:revision>6</cp:revision>
  <dcterms:created xsi:type="dcterms:W3CDTF">2026-09-06T14:23:50Z</dcterms:created>
  <dcterms:modified xsi:type="dcterms:W3CDTF">2026-09-07T14:34:15Z</dcterms:modified>
</cp:coreProperties>
</file>